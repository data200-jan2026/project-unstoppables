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nton Italics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C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493" y="285280"/>
            <a:ext cx="17443979" cy="9528368"/>
            <a:chOff x="0" y="0"/>
            <a:chExt cx="4594299" cy="2509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299" cy="2509529"/>
            </a:xfrm>
            <a:custGeom>
              <a:avLst/>
              <a:gdLst/>
              <a:ahLst/>
              <a:cxnLst/>
              <a:rect l="l" t="t" r="r" b="b"/>
              <a:pathLst>
                <a:path w="4594299" h="2509529">
                  <a:moveTo>
                    <a:pt x="0" y="0"/>
                  </a:moveTo>
                  <a:lnTo>
                    <a:pt x="4594299" y="0"/>
                  </a:lnTo>
                  <a:lnTo>
                    <a:pt x="4594299" y="2509529"/>
                  </a:lnTo>
                  <a:lnTo>
                    <a:pt x="0" y="2509529"/>
                  </a:lnTo>
                  <a:close/>
                </a:path>
              </a:pathLst>
            </a:custGeom>
            <a:solidFill>
              <a:srgbClr val="FFFAEC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4299" cy="254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209764" y="5602691"/>
            <a:ext cx="5251760" cy="4210957"/>
          </a:xfrm>
          <a:custGeom>
            <a:avLst/>
            <a:gdLst/>
            <a:ahLst/>
            <a:cxnLst/>
            <a:rect l="l" t="t" r="r" b="b"/>
            <a:pathLst>
              <a:path w="5251760" h="4210957">
                <a:moveTo>
                  <a:pt x="0" y="0"/>
                </a:moveTo>
                <a:lnTo>
                  <a:pt x="5251760" y="0"/>
                </a:lnTo>
                <a:lnTo>
                  <a:pt x="5251760" y="4210957"/>
                </a:lnTo>
                <a:lnTo>
                  <a:pt x="0" y="4210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597383"/>
            <a:ext cx="13344621" cy="262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835"/>
              </a:lnSpc>
            </a:pPr>
            <a:r>
              <a:rPr lang="en-US" sz="62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ANALYZING THE RELATIONSHIP BETWEEN TRAINING HOURS AND PLAYER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6215" y="1299763"/>
            <a:ext cx="11383507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TITLE: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590570"/>
            <a:ext cx="11383507" cy="111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COURSE: DATA 200 – APPLIED STATISTICAL      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399280"/>
            <a:ext cx="1138350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MEMBERS: AAYUSH, KARAN, NISCHYA</a:t>
            </a:r>
          </a:p>
          <a:p>
            <a:pPr marL="0" lvl="0" indent="0" algn="l">
              <a:lnSpc>
                <a:spcPts val="274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493" y="285280"/>
            <a:ext cx="17443979" cy="9528368"/>
            <a:chOff x="0" y="0"/>
            <a:chExt cx="4594299" cy="2509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299" cy="2509529"/>
            </a:xfrm>
            <a:custGeom>
              <a:avLst/>
              <a:gdLst/>
              <a:ahLst/>
              <a:cxnLst/>
              <a:rect l="l" t="t" r="r" b="b"/>
              <a:pathLst>
                <a:path w="4594299" h="2509529">
                  <a:moveTo>
                    <a:pt x="0" y="0"/>
                  </a:moveTo>
                  <a:lnTo>
                    <a:pt x="4594299" y="0"/>
                  </a:lnTo>
                  <a:lnTo>
                    <a:pt x="4594299" y="2509529"/>
                  </a:lnTo>
                  <a:lnTo>
                    <a:pt x="0" y="2509529"/>
                  </a:lnTo>
                  <a:close/>
                </a:path>
              </a:pathLst>
            </a:custGeom>
            <a:solidFill>
              <a:srgbClr val="FFFAEC"/>
            </a:solidFill>
            <a:ln w="142875" cap="sq">
              <a:solidFill>
                <a:srgbClr val="F7CE4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4299" cy="254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5876" y="3268102"/>
            <a:ext cx="10164205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Sports performance is influenced by many factors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 time is considered one of the most important factors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focuses on understanding how training hours affect player performance</a:t>
            </a:r>
          </a:p>
          <a:p>
            <a:pPr marL="0" lvl="0" indent="0"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6215" y="1739266"/>
            <a:ext cx="14532418" cy="104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40"/>
              </a:lnSpc>
            </a:pPr>
            <a:r>
              <a:rPr lang="en-US" sz="7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0720085" y="1342465"/>
            <a:ext cx="6830568" cy="8229600"/>
          </a:xfrm>
          <a:custGeom>
            <a:avLst/>
            <a:gdLst/>
            <a:ahLst/>
            <a:cxnLst/>
            <a:rect l="l" t="t" r="r" b="b"/>
            <a:pathLst>
              <a:path w="6830568" h="8229600">
                <a:moveTo>
                  <a:pt x="6830568" y="0"/>
                </a:moveTo>
                <a:lnTo>
                  <a:pt x="0" y="0"/>
                </a:lnTo>
                <a:lnTo>
                  <a:pt x="0" y="8229600"/>
                </a:lnTo>
                <a:lnTo>
                  <a:pt x="6830568" y="8229600"/>
                </a:lnTo>
                <a:lnTo>
                  <a:pt x="683056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493" y="285280"/>
            <a:ext cx="17443979" cy="9528368"/>
            <a:chOff x="0" y="0"/>
            <a:chExt cx="4594299" cy="2509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299" cy="2509529"/>
            </a:xfrm>
            <a:custGeom>
              <a:avLst/>
              <a:gdLst/>
              <a:ahLst/>
              <a:cxnLst/>
              <a:rect l="l" t="t" r="r" b="b"/>
              <a:pathLst>
                <a:path w="4594299" h="2509529">
                  <a:moveTo>
                    <a:pt x="0" y="0"/>
                  </a:moveTo>
                  <a:lnTo>
                    <a:pt x="4594299" y="0"/>
                  </a:lnTo>
                  <a:lnTo>
                    <a:pt x="4594299" y="2509529"/>
                  </a:lnTo>
                  <a:lnTo>
                    <a:pt x="0" y="2509529"/>
                  </a:lnTo>
                  <a:close/>
                </a:path>
              </a:pathLst>
            </a:custGeom>
            <a:solidFill>
              <a:srgbClr val="FFFAEC"/>
            </a:solidFill>
            <a:ln w="142875" cap="sq">
              <a:solidFill>
                <a:srgbClr val="F7CE4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4299" cy="254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5876" y="3268102"/>
            <a:ext cx="10164205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Player performance varies among individuals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not clear how much training time contributes to better performance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a need to analyze this relationship using data and statistics</a:t>
            </a:r>
          </a:p>
          <a:p>
            <a:pPr marL="0" lvl="0" indent="0"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6215" y="1739266"/>
            <a:ext cx="10543124" cy="104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40"/>
              </a:lnSpc>
            </a:pPr>
            <a:r>
              <a:rPr lang="en-US" sz="7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12259253" y="1663066"/>
            <a:ext cx="5000047" cy="7168527"/>
          </a:xfrm>
          <a:custGeom>
            <a:avLst/>
            <a:gdLst/>
            <a:ahLst/>
            <a:cxnLst/>
            <a:rect l="l" t="t" r="r" b="b"/>
            <a:pathLst>
              <a:path w="5000047" h="7168527">
                <a:moveTo>
                  <a:pt x="0" y="0"/>
                </a:moveTo>
                <a:lnTo>
                  <a:pt x="5000047" y="0"/>
                </a:lnTo>
                <a:lnTo>
                  <a:pt x="5000047" y="7168526"/>
                </a:lnTo>
                <a:lnTo>
                  <a:pt x="0" y="7168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493" y="285280"/>
            <a:ext cx="17443979" cy="9528368"/>
            <a:chOff x="0" y="0"/>
            <a:chExt cx="4594299" cy="2509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299" cy="2509529"/>
            </a:xfrm>
            <a:custGeom>
              <a:avLst/>
              <a:gdLst/>
              <a:ahLst/>
              <a:cxnLst/>
              <a:rect l="l" t="t" r="r" b="b"/>
              <a:pathLst>
                <a:path w="4594299" h="2509529">
                  <a:moveTo>
                    <a:pt x="0" y="0"/>
                  </a:moveTo>
                  <a:lnTo>
                    <a:pt x="4594299" y="0"/>
                  </a:lnTo>
                  <a:lnTo>
                    <a:pt x="4594299" y="2509529"/>
                  </a:lnTo>
                  <a:lnTo>
                    <a:pt x="0" y="2509529"/>
                  </a:lnTo>
                  <a:close/>
                </a:path>
              </a:pathLst>
            </a:custGeom>
            <a:solidFill>
              <a:srgbClr val="FFFAEC"/>
            </a:solidFill>
            <a:ln w="142875" cap="sq">
              <a:solidFill>
                <a:srgbClr val="F7CE4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4299" cy="254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5876" y="3268102"/>
            <a:ext cx="10164205" cy="36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analyze the relationship between training hours and player performance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apply statistical methods for better understanding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build a simple prediction model</a:t>
            </a:r>
          </a:p>
          <a:p>
            <a:pPr marL="0" lvl="0" indent="0"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6215" y="1739266"/>
            <a:ext cx="14532418" cy="104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40"/>
              </a:lnSpc>
            </a:pPr>
            <a:r>
              <a:rPr lang="en-US" sz="7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</a:t>
            </a:r>
          </a:p>
        </p:txBody>
      </p:sp>
      <p:sp>
        <p:nvSpPr>
          <p:cNvPr id="7" name="Freeform 7"/>
          <p:cNvSpPr/>
          <p:nvPr/>
        </p:nvSpPr>
        <p:spPr>
          <a:xfrm>
            <a:off x="11752584" y="2224408"/>
            <a:ext cx="5356268" cy="6453335"/>
          </a:xfrm>
          <a:custGeom>
            <a:avLst/>
            <a:gdLst/>
            <a:ahLst/>
            <a:cxnLst/>
            <a:rect l="l" t="t" r="r" b="b"/>
            <a:pathLst>
              <a:path w="5356268" h="6453335">
                <a:moveTo>
                  <a:pt x="0" y="0"/>
                </a:moveTo>
                <a:lnTo>
                  <a:pt x="5356268" y="0"/>
                </a:lnTo>
                <a:lnTo>
                  <a:pt x="5356268" y="6453335"/>
                </a:lnTo>
                <a:lnTo>
                  <a:pt x="0" y="6453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1315" y="200022"/>
            <a:ext cx="17780156" cy="9909368"/>
            <a:chOff x="0" y="0"/>
            <a:chExt cx="4682839" cy="26098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2839" cy="2609875"/>
            </a:xfrm>
            <a:custGeom>
              <a:avLst/>
              <a:gdLst/>
              <a:ahLst/>
              <a:cxnLst/>
              <a:rect l="l" t="t" r="r" b="b"/>
              <a:pathLst>
                <a:path w="4682839" h="2609875">
                  <a:moveTo>
                    <a:pt x="0" y="0"/>
                  </a:moveTo>
                  <a:lnTo>
                    <a:pt x="4682839" y="0"/>
                  </a:lnTo>
                  <a:lnTo>
                    <a:pt x="4682839" y="2609875"/>
                  </a:lnTo>
                  <a:lnTo>
                    <a:pt x="0" y="2609875"/>
                  </a:lnTo>
                  <a:close/>
                </a:path>
              </a:pathLst>
            </a:custGeom>
            <a:solidFill>
              <a:srgbClr val="FFFAEC"/>
            </a:solidFill>
            <a:ln w="142875" cap="sq">
              <a:solidFill>
                <a:srgbClr val="F7CE4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2839" cy="264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5876" y="3268102"/>
            <a:ext cx="7743735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 sports-related dataset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 and organize the data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 exploratory data analysis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Linear Regression for analysis</a:t>
            </a:r>
          </a:p>
          <a:p>
            <a:pPr marL="0" lvl="0" indent="0"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6215" y="1729741"/>
            <a:ext cx="12780807" cy="920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</a:pPr>
            <a:r>
              <a:rPr lang="en-US" sz="650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METHODOLOGY</a:t>
            </a:r>
          </a:p>
        </p:txBody>
      </p:sp>
      <p:sp>
        <p:nvSpPr>
          <p:cNvPr id="7" name="Freeform 7"/>
          <p:cNvSpPr/>
          <p:nvPr/>
        </p:nvSpPr>
        <p:spPr>
          <a:xfrm>
            <a:off x="9661737" y="3334777"/>
            <a:ext cx="7597563" cy="5384773"/>
          </a:xfrm>
          <a:custGeom>
            <a:avLst/>
            <a:gdLst/>
            <a:ahLst/>
            <a:cxnLst/>
            <a:rect l="l" t="t" r="r" b="b"/>
            <a:pathLst>
              <a:path w="7597563" h="5384773">
                <a:moveTo>
                  <a:pt x="0" y="0"/>
                </a:moveTo>
                <a:lnTo>
                  <a:pt x="7597563" y="0"/>
                </a:lnTo>
                <a:lnTo>
                  <a:pt x="7597563" y="5384773"/>
                </a:lnTo>
                <a:lnTo>
                  <a:pt x="0" y="538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493" y="285280"/>
            <a:ext cx="17443979" cy="9528368"/>
            <a:chOff x="0" y="0"/>
            <a:chExt cx="4594299" cy="2509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299" cy="2509529"/>
            </a:xfrm>
            <a:custGeom>
              <a:avLst/>
              <a:gdLst/>
              <a:ahLst/>
              <a:cxnLst/>
              <a:rect l="l" t="t" r="r" b="b"/>
              <a:pathLst>
                <a:path w="4594299" h="2509529">
                  <a:moveTo>
                    <a:pt x="0" y="0"/>
                  </a:moveTo>
                  <a:lnTo>
                    <a:pt x="4594299" y="0"/>
                  </a:lnTo>
                  <a:lnTo>
                    <a:pt x="4594299" y="2509529"/>
                  </a:lnTo>
                  <a:lnTo>
                    <a:pt x="0" y="2509529"/>
                  </a:lnTo>
                  <a:close/>
                </a:path>
              </a:pathLst>
            </a:custGeom>
            <a:solidFill>
              <a:srgbClr val="FFFAEC"/>
            </a:solidFill>
            <a:ln w="142875" cap="sq">
              <a:solidFill>
                <a:srgbClr val="F7CE4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4299" cy="254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9732" y="2852785"/>
            <a:ext cx="10524450" cy="526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4059" lvl="1" indent="-462029" algn="l">
              <a:lnSpc>
                <a:spcPts val="5992"/>
              </a:lnSpc>
              <a:buFont typeface="Arial"/>
              <a:buChar char="•"/>
            </a:pPr>
            <a:r>
              <a:rPr lang="en-US" sz="42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whether training hours impact performance</a:t>
            </a:r>
          </a:p>
          <a:p>
            <a:pPr marL="924059" lvl="1" indent="-462029" algn="l">
              <a:lnSpc>
                <a:spcPts val="5992"/>
              </a:lnSpc>
              <a:buFont typeface="Arial"/>
              <a:buChar char="•"/>
            </a:pPr>
            <a:r>
              <a:rPr lang="en-US" sz="42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 strength of the relationship</a:t>
            </a:r>
          </a:p>
          <a:p>
            <a:pPr marL="924059" lvl="1" indent="-462029" algn="l">
              <a:lnSpc>
                <a:spcPts val="5992"/>
              </a:lnSpc>
              <a:buFont typeface="Arial"/>
              <a:buChar char="•"/>
            </a:pPr>
            <a:r>
              <a:rPr lang="en-US" sz="42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 performance based on training hours</a:t>
            </a:r>
          </a:p>
          <a:p>
            <a:pPr marL="0" lvl="0" indent="0" algn="l">
              <a:lnSpc>
                <a:spcPts val="5992"/>
              </a:lnSpc>
            </a:pPr>
            <a:endParaRPr lang="en-US" sz="428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425501"/>
            <a:ext cx="14532418" cy="104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40"/>
              </a:lnSpc>
            </a:pPr>
            <a:r>
              <a:rPr lang="en-US" sz="7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</a:t>
            </a:r>
          </a:p>
        </p:txBody>
      </p:sp>
      <p:sp>
        <p:nvSpPr>
          <p:cNvPr id="7" name="Freeform 7"/>
          <p:cNvSpPr/>
          <p:nvPr/>
        </p:nvSpPr>
        <p:spPr>
          <a:xfrm>
            <a:off x="11532041" y="1656307"/>
            <a:ext cx="5369670" cy="6786313"/>
          </a:xfrm>
          <a:custGeom>
            <a:avLst/>
            <a:gdLst/>
            <a:ahLst/>
            <a:cxnLst/>
            <a:rect l="l" t="t" r="r" b="b"/>
            <a:pathLst>
              <a:path w="5369670" h="6786313">
                <a:moveTo>
                  <a:pt x="0" y="0"/>
                </a:moveTo>
                <a:lnTo>
                  <a:pt x="5369670" y="0"/>
                </a:lnTo>
                <a:lnTo>
                  <a:pt x="5369670" y="6786314"/>
                </a:lnTo>
                <a:lnTo>
                  <a:pt x="0" y="6786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493" y="285280"/>
            <a:ext cx="17443979" cy="9528368"/>
            <a:chOff x="0" y="0"/>
            <a:chExt cx="4594299" cy="2509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299" cy="2509529"/>
            </a:xfrm>
            <a:custGeom>
              <a:avLst/>
              <a:gdLst/>
              <a:ahLst/>
              <a:cxnLst/>
              <a:rect l="l" t="t" r="r" b="b"/>
              <a:pathLst>
                <a:path w="4594299" h="2509529">
                  <a:moveTo>
                    <a:pt x="0" y="0"/>
                  </a:moveTo>
                  <a:lnTo>
                    <a:pt x="4594299" y="0"/>
                  </a:lnTo>
                  <a:lnTo>
                    <a:pt x="4594299" y="2509529"/>
                  </a:lnTo>
                  <a:lnTo>
                    <a:pt x="0" y="2509529"/>
                  </a:lnTo>
                  <a:close/>
                </a:path>
              </a:pathLst>
            </a:custGeom>
            <a:solidFill>
              <a:srgbClr val="FFFAEC"/>
            </a:solidFill>
            <a:ln w="142875" cap="sq">
              <a:solidFill>
                <a:srgbClr val="F7CE4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4299" cy="254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73144" y="3216499"/>
            <a:ext cx="7743735" cy="307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formation completed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Topic finalized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identified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Idea presentation prepared</a:t>
            </a:r>
          </a:p>
          <a:p>
            <a:pPr marL="0" lvl="0" indent="0"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6126" y="1460175"/>
            <a:ext cx="12780807" cy="920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</a:pPr>
            <a:r>
              <a:rPr lang="en-US" sz="650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DELIVERABLE</a:t>
            </a:r>
          </a:p>
        </p:txBody>
      </p:sp>
      <p:sp>
        <p:nvSpPr>
          <p:cNvPr id="7" name="Freeform 7"/>
          <p:cNvSpPr/>
          <p:nvPr/>
        </p:nvSpPr>
        <p:spPr>
          <a:xfrm>
            <a:off x="558053" y="3759786"/>
            <a:ext cx="5131778" cy="5774153"/>
          </a:xfrm>
          <a:custGeom>
            <a:avLst/>
            <a:gdLst/>
            <a:ahLst/>
            <a:cxnLst/>
            <a:rect l="l" t="t" r="r" b="b"/>
            <a:pathLst>
              <a:path w="5131778" h="5774153">
                <a:moveTo>
                  <a:pt x="0" y="0"/>
                </a:moveTo>
                <a:lnTo>
                  <a:pt x="5131778" y="0"/>
                </a:lnTo>
                <a:lnTo>
                  <a:pt x="5131778" y="5774153"/>
                </a:lnTo>
                <a:lnTo>
                  <a:pt x="0" y="577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07406" y="2380867"/>
            <a:ext cx="5999596" cy="5887104"/>
          </a:xfrm>
          <a:custGeom>
            <a:avLst/>
            <a:gdLst/>
            <a:ahLst/>
            <a:cxnLst/>
            <a:rect l="l" t="t" r="r" b="b"/>
            <a:pathLst>
              <a:path w="5999596" h="5887104">
                <a:moveTo>
                  <a:pt x="0" y="0"/>
                </a:moveTo>
                <a:lnTo>
                  <a:pt x="5999596" y="0"/>
                </a:lnTo>
                <a:lnTo>
                  <a:pt x="5999596" y="5887103"/>
                </a:lnTo>
                <a:lnTo>
                  <a:pt x="0" y="5887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6994" flipH="1">
            <a:off x="1366874" y="1573243"/>
            <a:ext cx="4584243" cy="1633658"/>
          </a:xfrm>
          <a:custGeom>
            <a:avLst/>
            <a:gdLst/>
            <a:ahLst/>
            <a:cxnLst/>
            <a:rect l="l" t="t" r="r" b="b"/>
            <a:pathLst>
              <a:path w="4584243" h="1633658">
                <a:moveTo>
                  <a:pt x="4584243" y="0"/>
                </a:moveTo>
                <a:lnTo>
                  <a:pt x="0" y="0"/>
                </a:lnTo>
                <a:lnTo>
                  <a:pt x="0" y="1633657"/>
                </a:lnTo>
                <a:lnTo>
                  <a:pt x="4584243" y="1633657"/>
                </a:lnTo>
                <a:lnTo>
                  <a:pt x="45842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38644">
            <a:off x="13199765" y="1872404"/>
            <a:ext cx="3565077" cy="1270464"/>
          </a:xfrm>
          <a:custGeom>
            <a:avLst/>
            <a:gdLst/>
            <a:ahLst/>
            <a:cxnLst/>
            <a:rect l="l" t="t" r="r" b="b"/>
            <a:pathLst>
              <a:path w="3565077" h="1270464">
                <a:moveTo>
                  <a:pt x="0" y="0"/>
                </a:moveTo>
                <a:lnTo>
                  <a:pt x="3565077" y="0"/>
                </a:lnTo>
                <a:lnTo>
                  <a:pt x="3565077" y="1270464"/>
                </a:lnTo>
                <a:lnTo>
                  <a:pt x="0" y="1270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97624" y="2571360"/>
            <a:ext cx="8892751" cy="533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9"/>
              </a:lnSpc>
            </a:pPr>
            <a:r>
              <a:rPr lang="en-US" sz="21658" i="1" spc="-433">
                <a:solidFill>
                  <a:srgbClr val="233346"/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10247209" y="2903593"/>
            <a:ext cx="7012091" cy="6354707"/>
          </a:xfrm>
          <a:custGeom>
            <a:avLst/>
            <a:gdLst/>
            <a:ahLst/>
            <a:cxnLst/>
            <a:rect l="l" t="t" r="r" b="b"/>
            <a:pathLst>
              <a:path w="7012091" h="6354707">
                <a:moveTo>
                  <a:pt x="0" y="0"/>
                </a:moveTo>
                <a:lnTo>
                  <a:pt x="7012091" y="0"/>
                </a:lnTo>
                <a:lnTo>
                  <a:pt x="7012091" y="6354707"/>
                </a:lnTo>
                <a:lnTo>
                  <a:pt x="0" y="635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7179" y="2903593"/>
            <a:ext cx="6013142" cy="6354707"/>
          </a:xfrm>
          <a:custGeom>
            <a:avLst/>
            <a:gdLst/>
            <a:ahLst/>
            <a:cxnLst/>
            <a:rect l="l" t="t" r="r" b="b"/>
            <a:pathLst>
              <a:path w="6013142" h="6354707">
                <a:moveTo>
                  <a:pt x="0" y="0"/>
                </a:moveTo>
                <a:lnTo>
                  <a:pt x="6013142" y="0"/>
                </a:lnTo>
                <a:lnTo>
                  <a:pt x="6013142" y="6354707"/>
                </a:lnTo>
                <a:lnTo>
                  <a:pt x="0" y="6354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Office PowerPoint</Application>
  <PresentationFormat>Custom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Canva Sans Bold</vt:lpstr>
      <vt:lpstr>Anton Italics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</dc:title>
  <cp:lastModifiedBy>Aayush Nayak</cp:lastModifiedBy>
  <cp:revision>1</cp:revision>
  <dcterms:created xsi:type="dcterms:W3CDTF">2006-08-16T00:00:00Z</dcterms:created>
  <dcterms:modified xsi:type="dcterms:W3CDTF">2026-01-19T01:39:15Z</dcterms:modified>
  <dc:identifier>DAG-YW97rdo</dc:identifier>
</cp:coreProperties>
</file>